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IDSS Docking Seal Interface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Preliminary Design Review (PDR)</a:t>
            </a:r>
          </a:p>
          <a:p>
            <a:r>
              <a:t>IDSS Seal Design Team</a:t>
            </a:r>
          </a:p>
          <a:p>
            <a:r>
              <a:t>2016-09-15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Seal must maintain cabin pressure across docking interface</a:t>
            </a:r>
          </a:p>
          <a:p>
            <a:pPr/>
            <a:r>
              <a:t>Operating temperature: -100°C to +100°C</a:t>
            </a:r>
          </a:p>
          <a:p>
            <a:pPr/>
            <a:r>
              <a:t>Design life: 10 docking cycles minimum</a:t>
            </a:r>
          </a:p>
          <a:p>
            <a:pPr/>
            <a:r>
              <a:t>Leak rate: &lt; 1.0 x 10^-4 scc/sec He at 14.7 psia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Seal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Dual-seal configuration with inter-seal pressure monitoring</a:t>
            </a:r>
          </a:p>
          <a:p>
            <a:pPr/>
            <a:r>
              <a:t>Primary seal: silicone elastomer (Esterline ELA-SA-401)</a:t>
            </a:r>
          </a:p>
          <a:p>
            <a:pPr/>
            <a:r>
              <a:t>Secondary seal: fluorosilicone backup</a:t>
            </a:r>
          </a:p>
          <a:p>
            <a:pPr/>
            <a:r>
              <a:t>Seal groove geometry: dovetail cross-section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Seal diameter: 1524mm (60 inches)</a:t>
            </a:r>
          </a:p>
          <a:p>
            <a:pPr/>
            <a:r>
              <a:t>Seal cross-section: 12mm x 8mm</a:t>
            </a:r>
          </a:p>
          <a:p>
            <a:pPr/>
            <a:r>
              <a:t>Groove depth: 6.5mm</a:t>
            </a:r>
          </a:p>
          <a:p>
            <a:pPr/>
            <a:r>
              <a:t>Compression: 25% nominal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TBD-SEAL-001: Final elastomer compound selection</a:t>
            </a:r>
          </a:p>
          <a:p>
            <a:pPr/>
            <a:r>
              <a:t>TBD-SEAL-002: Seal compression range verification</a:t>
            </a:r>
          </a:p>
          <a:p>
            <a:pPr/>
            <a:r>
              <a:t>TBD-SEAL-003: Low-temperature performance data</a:t>
            </a:r>
          </a:p>
          <a:p>
            <a:pPr/>
            <a:r>
              <a:t>TBD-SEAL-004: Radiation degradation assessment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PDR: Complete</a:t>
            </a:r>
          </a:p>
          <a:p>
            <a:pPr/>
            <a:r>
              <a:t>Material qualification: Q3 2017</a:t>
            </a:r>
          </a:p>
          <a:p>
            <a:pPr/>
            <a:r>
              <a:t>Seal prototype test: Q4 2017</a:t>
            </a:r>
          </a:p>
          <a:p>
            <a:pPr/>
            <a:r>
              <a:t>CDR: Q1 2018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