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IDSS Docking Seal Interface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Flight Readiness Review (FRR)</a:t>
            </a:r>
          </a:p>
          <a:p>
            <a:r>
              <a:t>IDSS Seal Design Team</a:t>
            </a:r>
          </a:p>
          <a:p>
            <a:r>
              <a:t>2019-11-10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Status: FLIGHT 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requirements verified by test</a:t>
            </a:r>
          </a:p>
          <a:p>
            <a:pPr/>
            <a:r>
              <a:t>All TBDs resolved</a:t>
            </a:r>
          </a:p>
          <a:p>
            <a:pPr/>
            <a:r>
              <a:t>Flight seals manufactured and inspected</a:t>
            </a:r>
          </a:p>
          <a:p>
            <a:pPr/>
            <a:r>
              <a:t>Acceptance test complete</a:t>
            </a:r>
          </a:p>
          <a:p>
            <a:pPr/>
            <a:r>
              <a:t>Ship review passed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Qualification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Thermal cycling: 100 cycles completed (2x requirement)</a:t>
            </a:r>
          </a:p>
          <a:p>
            <a:pPr/>
            <a:r>
              <a:t>Compression set: 16% final (below 25% limit)</a:t>
            </a:r>
          </a:p>
          <a:p>
            <a:pPr/>
            <a:r>
              <a:t>Leak rate worst case: 8.1 x 10^-5 at +100°C (below 1.0 x 10^-4 limit)</a:t>
            </a:r>
          </a:p>
          <a:p>
            <a:pPr/>
            <a:r>
              <a:t>Docking cycle: 20 cycles (2x requirement)</a:t>
            </a:r>
          </a:p>
          <a:p>
            <a:pPr/>
            <a:r>
              <a:t>Radiation: 25 krad total dose, no measurable degradation</a:t>
            </a:r>
          </a:p>
          <a:p>
            <a:pPr/>
            <a:r>
              <a:t>All margins positive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 TBDs Resolved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TBD-SEAL-001: CLOSED — ELA-SA-401 (PDR resolution)</a:t>
            </a:r>
          </a:p>
          <a:p>
            <a:pPr/>
            <a:r>
              <a:t>TBD-SEAL-002: CLOSED — 20-30% compression verified (PDR)</a:t>
            </a:r>
          </a:p>
          <a:p>
            <a:pPr/>
            <a:r>
              <a:t>TBD-SEAL-003: CLOSED — meets spec to -80°C (CDR)</a:t>
            </a:r>
          </a:p>
          <a:p>
            <a:pPr/>
            <a:r>
              <a:t>TBD-SEAL-004: CLOSED — 25 krad no degradation (this review)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Flight Unit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Lot acceptance test: PASS</a:t>
            </a:r>
          </a:p>
          <a:p>
            <a:pPr/>
            <a:r>
              <a:t>Dimensional inspection: all within tolerance</a:t>
            </a:r>
          </a:p>
          <a:p>
            <a:pPr/>
            <a:r>
              <a:t>Surface finish: Ra 0.4 (requirement Ra 0.8)</a:t>
            </a:r>
          </a:p>
          <a:p>
            <a:pPr/>
            <a:r>
              <a:t>Shelf life: 5 years from cure date (manufactured 2019-03)</a:t>
            </a:r>
          </a:p>
          <a:p>
            <a:pPr/>
            <a:r>
              <a:t>Installation window: 2020-2024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Dovetail groove requires precision machining (±0.05mm)</a:t>
            </a:r>
          </a:p>
          <a:p>
            <a:pPr/>
            <a:r>
              <a:t>Seal installation tool critical for consistent compression</a:t>
            </a:r>
          </a:p>
          <a:p>
            <a:pPr/>
            <a:r>
              <a:t>Inter-seal monitoring provides real-time health indication</a:t>
            </a:r>
          </a:p>
          <a:p>
            <a:pPr/>
            <a:r>
              <a:t>Second source qualification recommended for production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