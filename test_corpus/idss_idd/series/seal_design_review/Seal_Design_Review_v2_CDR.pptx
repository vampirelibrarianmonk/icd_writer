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IDSS Docking Seal Interface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Critical Design Review (CDR)</a:t>
            </a:r>
          </a:p>
          <a:p>
            <a:r>
              <a:t>IDSS Seal Design Team</a:t>
            </a:r>
          </a:p>
          <a:p>
            <a:r>
              <a:t>2018-02-20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Requirements (unchanged)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Seal must maintain cabin pressure across docking interface</a:t>
            </a:r>
          </a:p>
          <a:p>
            <a:pPr/>
            <a:r>
              <a:t>Operating temperature: -100°C to +100°C</a:t>
            </a:r>
          </a:p>
          <a:p>
            <a:pPr/>
            <a:r>
              <a:t>Design life: 10 docking cycles minimum</a:t>
            </a:r>
          </a:p>
          <a:p>
            <a:pPr/>
            <a:r>
              <a:t>Leak rate: &lt; 1.0 x 10^-4 scc/sec He at 14.7 psia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Seal Configuration (final)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Dual-seal configuration with inter-seal pressure monitoring</a:t>
            </a:r>
          </a:p>
          <a:p>
            <a:pPr/>
            <a:r>
              <a:t>Primary seal: Esterline ELA-SA-401 (qualified)</a:t>
            </a:r>
          </a:p>
          <a:p>
            <a:pPr/>
            <a:r>
              <a:t>Secondary seal: Parker S0383-70 fluorosilicone</a:t>
            </a:r>
          </a:p>
          <a:p>
            <a:pPr/>
            <a:r>
              <a:t>Seal groove geometry: dovetail, 15° sidewall angle</a:t>
            </a:r>
          </a:p>
          <a:p>
            <a:pPr/>
            <a:r>
              <a:t>Retention: mechanical capture 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Qualification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Thermal cycling: 50 cycles, -100°C to +100°C — PASS</a:t>
            </a:r>
          </a:p>
          <a:p>
            <a:pPr/>
            <a:r>
              <a:t>Compression set: 18% after 1000 hours at 100°C — PASS (req: &lt;25%)</a:t>
            </a:r>
          </a:p>
          <a:p>
            <a:pPr/>
            <a:r>
              <a:t>Leak rate at -50°C: 3.2 x 10^-5 scc/sec — PASS</a:t>
            </a:r>
          </a:p>
          <a:p>
            <a:pPr/>
            <a:r>
              <a:t>Leak rate at +100°C: 7.8 x 10^-5 scc/sec — PASS</a:t>
            </a:r>
          </a:p>
          <a:p>
            <a:pPr/>
            <a:r>
              <a:t>Docking cycle test: 15 cycles completed, no degradation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Resolved TBDs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TBD-SEAL-001: RESOLVED — ELA-SA-401 selected and qualified</a:t>
            </a:r>
          </a:p>
          <a:p>
            <a:pPr/>
            <a:r>
              <a:t>TBD-SEAL-002: RESOLVED — compression range 20-30% verified</a:t>
            </a:r>
          </a:p>
          <a:p>
            <a:pPr/>
            <a:r>
              <a:t>TBD-SEAL-003: RESOLVED — leak rate meets spec to -80°C</a:t>
            </a:r>
          </a:p>
          <a:p>
            <a:pPr/>
            <a:r>
              <a:t>TBD-SEAL-004: OPEN — radiation test scheduled Q2 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Radiation degradation data pending (TBD-SEAL-004)</a:t>
            </a:r>
          </a:p>
          <a:p>
            <a:pPr/>
            <a:r>
              <a:t>Mitigation: secondary seal provides redundancy</a:t>
            </a:r>
          </a:p>
          <a:p>
            <a:pPr/>
            <a:r>
              <a:t>Long-term on-orbit compression set unknown</a:t>
            </a:r>
          </a:p>
          <a:p>
            <a:pPr/>
            <a:r>
              <a:t>Mitigation: seal replacement capability designed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