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HESSI Spectrometer Thermal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Critical Design Review</a:t>
            </a:r>
          </a:p>
          <a:p>
            <a:r>
              <a:t>UCB Thermal Engineering</a:t>
            </a:r>
          </a:p>
          <a:p>
            <a:r>
              <a:t>2024-02-10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Thermal Design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Radiative and conductive heat transfer between Cryostat, spacecraft, and space</a:t>
            </a:r>
          </a:p>
          <a:p>
            <a:pPr/>
            <a:r>
              <a:t>Design meets thermal constraints in Section 3.3</a:t>
            </a:r>
          </a:p>
          <a:p>
            <a:pPr/>
            <a:r>
              <a:t>Primary dissipation via large bottom radiator surface</a:t>
            </a:r>
          </a:p>
          <a:p>
            <a:pPr/>
            <a:r>
              <a:t>Conductive coupling through aluminum mounting flanges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Thermal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 Side Interface: -10°C to +40°C</a:t>
            </a:r>
          </a:p>
          <a:p>
            <a:pPr/>
            <a:r>
              <a:t>Spectrometer Side Interface: -20°C to +30°C</a:t>
            </a:r>
          </a:p>
          <a:p>
            <a:pPr/>
            <a:r>
              <a:t>Detector Operating: -198°C to -190°C</a:t>
            </a:r>
          </a:p>
          <a:p>
            <a:pPr/>
            <a:r>
              <a:t>Cryocooler Reject: &lt; +50°C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Thermal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Worst Case Hot: All interfaces within limits with 5°C margin</a:t>
            </a:r>
          </a:p>
          <a:p>
            <a:pPr/>
            <a:r>
              <a:t>Worst Case Cold: Heaters maintain survival with 15W allocation</a:t>
            </a:r>
          </a:p>
          <a:p>
            <a:pPr/>
            <a:r>
              <a:t>Transient Eclipse: Detector temp stable within 2°C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Heater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 independent programmable thermostats</a:t>
            </a:r>
          </a:p>
          <a:p>
            <a:pPr/>
            <a:r>
              <a:t>Maximum 15W per channel</a:t>
            </a:r>
          </a:p>
          <a:p>
            <a:pPr/>
            <a:r>
              <a:t>PID control with flight-adjustable gains</a:t>
            </a:r>
          </a:p>
          <a:p>
            <a:pPr/>
            <a:r>
              <a:t>Platinum RTD sensors (100 ohm at 0°C)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Spectrometer Power Dissipation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Science Mode: 88.5W total</a:t>
            </a:r>
          </a:p>
          <a:p>
            <a:pPr/>
            <a:r>
              <a:t>Eclipse Mode: 17.5W (heaters + standby)</a:t>
            </a:r>
          </a:p>
          <a:p>
            <a:pPr/>
            <a:r>
              <a:t>Dissipation primarily through bottom radiator</a:t>
            </a:r>
          </a:p>
          <a:p>
            <a:pPr/>
            <a:r>
              <a:t>Conducted path: 2W maximum via mounting flanges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