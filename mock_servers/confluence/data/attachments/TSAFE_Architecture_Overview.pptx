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TSAFE 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Traffic Safety Advisor for Controllers</a:t>
            </a:r>
          </a:p>
          <a:p>
            <a:r>
              <a:t>NASA Ames TSAFE Team</a:t>
            </a:r>
          </a:p>
          <a:p>
            <a:r>
              <a:t>2012-03-10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TSAFE provides short-term conflict advisories to air traffic controllers</a:t>
            </a:r>
          </a:p>
          <a:p>
            <a:pPr/>
            <a:r>
              <a:t>Operates on live radar track data</a:t>
            </a:r>
          </a:p>
          <a:p>
            <a:pPr/>
            <a:r>
              <a:t>Predicts trajectories 3-5 minutes ahead</a:t>
            </a:r>
          </a:p>
          <a:p>
            <a:pPr/>
            <a:r>
              <a:t>Detects loss-of-separation violations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Input/Output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Inputs: Radar track updates, flight plan amendments, weather data</a:t>
            </a:r>
          </a:p>
          <a:p>
            <a:pPr/>
            <a:r>
              <a:t>Processing: Trajectory prediction + conflict detection algorithms</a:t>
            </a:r>
          </a:p>
          <a:p>
            <a:pPr/>
            <a:r>
              <a:t>Outputs: Advisory messages to controller displays</a:t>
            </a:r>
          </a:p>
          <a:p>
            <a:pPr/>
            <a:r>
              <a:t>Interface: Standard ASCII message format over TCP/IP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 rate: &gt; 99% of conflicts with &gt; 60s warning</a:t>
            </a:r>
          </a:p>
          <a:p>
            <a:pPr/>
            <a:r>
              <a:t>False alarm rate: &lt; 5% of total advisories</a:t>
            </a:r>
          </a:p>
          <a:p>
            <a:pPr/>
            <a:r>
              <a:t>Processing latency: &lt; 2 seconds for 100 aircraft</a:t>
            </a:r>
          </a:p>
          <a:p>
            <a:pPr/>
            <a:r>
              <a:t>Update rate: Every radar scan (4.8 seconds)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